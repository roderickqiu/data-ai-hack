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321f08f0874d07" /><Relationship Type="http://schemas.openxmlformats.org/officeDocument/2006/relationships/extended-properties" Target="/docProps/app.xml" Id="Rb56366eb5f624f16" /><Relationship Type="http://schemas.openxmlformats.org/officeDocument/2006/relationships/officeDocument" Target="/ppt/presentation.xml" Id="Ra8ec40adf31447f7" /></Relationships>
</file>

<file path=ppt/presentation.xml><?xml version="1.0" encoding="utf-8"?>
<p:presentation xmlns:p="http://schemas.openxmlformats.org/presentationml/2006/main">
  <p:sldMasterIdLst>
    <p:sldMasterId xmlns:r="http://schemas.openxmlformats.org/officeDocument/2006/relationships" id="2147483648" r:id="R60d19bfd3b88428b"/>
  </p:sldMasterIdLst>
  <p:notesMasterIdLst>
    <p:notesMasterId xmlns:r="http://schemas.openxmlformats.org/officeDocument/2006/relationships" r:id="R18bba7a4cf7f4fec"/>
  </p:notesMasterIdLst>
  <p:sldIdLst>
    <p:sldId xmlns:r="http://schemas.openxmlformats.org/officeDocument/2006/relationships" id="256" r:id="Rbdb7c9805e554d6b"/>
    <p:sldId xmlns:r="http://schemas.openxmlformats.org/officeDocument/2006/relationships" id="257" r:id="R1c77aba16aab47a3"/>
    <p:sldId xmlns:r="http://schemas.openxmlformats.org/officeDocument/2006/relationships" id="258" r:id="Rcedad2e668a5458e"/>
    <p:sldId xmlns:r="http://schemas.openxmlformats.org/officeDocument/2006/relationships" id="259" r:id="R9ffd701cd62741dc"/>
    <p:sldId xmlns:r="http://schemas.openxmlformats.org/officeDocument/2006/relationships" id="260" r:id="Rdcdf4e3e48a041c5"/>
    <p:sldId xmlns:r="http://schemas.openxmlformats.org/officeDocument/2006/relationships" id="261" r:id="Rd06e292a51fa45f7"/>
    <p:sldId xmlns:r="http://schemas.openxmlformats.org/officeDocument/2006/relationships" id="262" r:id="Rdc7a09f5ee7b47fa"/>
    <p:sldId xmlns:r="http://schemas.openxmlformats.org/officeDocument/2006/relationships" id="263" r:id="R10edf2a0262d4e4c"/>
    <p:sldId xmlns:r="http://schemas.openxmlformats.org/officeDocument/2006/relationships" id="264" r:id="Ra3f5a6bc939f4042"/>
    <p:sldId xmlns:r="http://schemas.openxmlformats.org/officeDocument/2006/relationships" id="265" r:id="Redf001acff7e413a"/>
    <p:sldId xmlns:r="http://schemas.openxmlformats.org/officeDocument/2006/relationships" id="266" r:id="Rbc15bc3b86444e21"/>
    <p:sldId xmlns:r="http://schemas.openxmlformats.org/officeDocument/2006/relationships" id="267" r:id="Rbcd5b61d61df4e01"/>
    <p:sldId xmlns:r="http://schemas.openxmlformats.org/officeDocument/2006/relationships" id="268" r:id="R1c23a3a205d44f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163c98f1954fc3" /><Relationship Type="http://schemas.openxmlformats.org/officeDocument/2006/relationships/slideMaster" Target="/ppt/slideMasters/slideMaster1.xml" Id="R60d19bfd3b88428b" /><Relationship Type="http://schemas.openxmlformats.org/officeDocument/2006/relationships/notesMaster" Target="/ppt/notesMasters/notesMaster1.xml" Id="R18bba7a4cf7f4fec" /><Relationship Type="http://schemas.openxmlformats.org/officeDocument/2006/relationships/presProps" Target="/ppt/presProps.xml" Id="R501ab19e47d44879" /><Relationship Type="http://schemas.openxmlformats.org/officeDocument/2006/relationships/tableStyles" Target="/ppt/tableStyles.xml" Id="Raef2d99a62a04cc3" /><Relationship Type="http://schemas.openxmlformats.org/officeDocument/2006/relationships/slide" Target="/ppt/slides/slide1.xml" Id="Rbdb7c9805e554d6b" /><Relationship Type="http://schemas.openxmlformats.org/officeDocument/2006/relationships/slide" Target="/ppt/slides/slide2.xml" Id="R1c77aba16aab47a3" /><Relationship Type="http://schemas.openxmlformats.org/officeDocument/2006/relationships/slide" Target="/ppt/slides/slide3.xml" Id="Rcedad2e668a5458e" /><Relationship Type="http://schemas.openxmlformats.org/officeDocument/2006/relationships/slide" Target="/ppt/slides/slide4.xml" Id="R9ffd701cd62741dc" /><Relationship Type="http://schemas.openxmlformats.org/officeDocument/2006/relationships/slide" Target="/ppt/slides/slide5.xml" Id="Rdcdf4e3e48a041c5" /><Relationship Type="http://schemas.openxmlformats.org/officeDocument/2006/relationships/slide" Target="/ppt/slides/slide6.xml" Id="Rd06e292a51fa45f7" /><Relationship Type="http://schemas.openxmlformats.org/officeDocument/2006/relationships/slide" Target="/ppt/slides/slide7.xml" Id="Rdc7a09f5ee7b47fa" /><Relationship Type="http://schemas.openxmlformats.org/officeDocument/2006/relationships/slide" Target="/ppt/slides/slide8.xml" Id="R10edf2a0262d4e4c" /><Relationship Type="http://schemas.openxmlformats.org/officeDocument/2006/relationships/slide" Target="/ppt/slides/slide9.xml" Id="Ra3f5a6bc939f4042" /><Relationship Type="http://schemas.openxmlformats.org/officeDocument/2006/relationships/slide" Target="/ppt/slides/slide10.xml" Id="Redf001acff7e413a" /><Relationship Type="http://schemas.openxmlformats.org/officeDocument/2006/relationships/slide" Target="/ppt/slides/slide11.xml" Id="Rbc15bc3b86444e21" /><Relationship Type="http://schemas.openxmlformats.org/officeDocument/2006/relationships/slide" Target="/ppt/slides/slide12.xml" Id="Rbcd5b61d61df4e01" /><Relationship Type="http://schemas.openxmlformats.org/officeDocument/2006/relationships/slide" Target="/ppt/slides/slide13.xml" Id="R1c23a3a205d44f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ac6c8dbd774c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d89b3f24124e21" /><Relationship Type="http://schemas.openxmlformats.org/officeDocument/2006/relationships/notesMaster" Target="/ppt/notesMasters/notesMaster1.xml" Id="R5c00ea0baea24a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a5051d29ed410c" /><Relationship Type="http://schemas.openxmlformats.org/officeDocument/2006/relationships/notesMaster" Target="/ppt/notesMasters/notesMaster1.xml" Id="R929402d1867c46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c1c1f83377446a" /><Relationship Type="http://schemas.openxmlformats.org/officeDocument/2006/relationships/notesMaster" Target="/ppt/notesMasters/notesMaster1.xml" Id="R602ca37a92c9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a9f98fc329456e" /><Relationship Type="http://schemas.openxmlformats.org/officeDocument/2006/relationships/notesMaster" Target="/ppt/notesMasters/notesMaster1.xml" Id="Rae20e427f93349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b5bb5fa0784add" /><Relationship Type="http://schemas.openxmlformats.org/officeDocument/2006/relationships/notesMaster" Target="/ppt/notesMasters/notesMaster1.xml" Id="R0f9cf5f0bd374b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a696d211a44201" /><Relationship Type="http://schemas.openxmlformats.org/officeDocument/2006/relationships/notesMaster" Target="/ppt/notesMasters/notesMaster1.xml" Id="R454e137bdf9f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2b6f40a4ff4bd4" /><Relationship Type="http://schemas.openxmlformats.org/officeDocument/2006/relationships/notesMaster" Target="/ppt/notesMasters/notesMaster1.xml" Id="Rc2c68970c10f45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8e145ead0742c2" /><Relationship Type="http://schemas.openxmlformats.org/officeDocument/2006/relationships/notesMaster" Target="/ppt/notesMasters/notesMaster1.xml" Id="Rf3483231440948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1873026bb44ed6" /><Relationship Type="http://schemas.openxmlformats.org/officeDocument/2006/relationships/notesMaster" Target="/ppt/notesMasters/notesMaster1.xml" Id="Rf8f4e5323d9a41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3852900c6040af" /><Relationship Type="http://schemas.openxmlformats.org/officeDocument/2006/relationships/notesMaster" Target="/ppt/notesMasters/notesMaster1.xml" Id="R88cc6ba6d70e4d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83546ee4404d75" /><Relationship Type="http://schemas.openxmlformats.org/officeDocument/2006/relationships/notesMaster" Target="/ppt/notesMasters/notesMaster1.xml" Id="Rdb5995a5e44f44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31f18ea0f64f64" /><Relationship Type="http://schemas.openxmlformats.org/officeDocument/2006/relationships/notesMaster" Target="/ppt/notesMasters/notesMaster1.xml" Id="Rda4e85e8194348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6704629071486d" /><Relationship Type="http://schemas.openxmlformats.org/officeDocument/2006/relationships/notesMaster" Target="/ppt/notesMasters/notesMaster1.xml" Id="R264e3dffd95f47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have already collected and normalized 2,321 open technical roles from 19 companies across Greenhouse, Ashby and Lever. The table has unique IDs, descriptions, application links and source dates, and we verified the write by reading it back. This gives the prototype a real workload immediately. It is evidence of data readiness, not user traction or total market size.</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All web sources accessed 2026-09-11. Full links also appear in the speaker notes for the slides they support. Local evidence paths are relative to the repository root.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4f159a2db745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78a31ceb994b68" /><Relationship Type="http://schemas.openxmlformats.org/officeDocument/2006/relationships/slideLayout" Target="/ppt/slideLayouts/slideLayout1.xml" Id="Rd5d0571ae704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d0571ae704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b9791bb6c34361" /><Relationship Type="http://schemas.openxmlformats.org/officeDocument/2006/relationships/image" Target="/ppt/media/image.png" Id="R5f71eb97819644d4" /><Relationship Type="http://schemas.openxmlformats.org/officeDocument/2006/relationships/notesSlide" Target="/ppt/notesSlides/notesSlide1.xml" Id="R86fe2fbe4a464b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de1b2cb72b4c73" /><Relationship Type="http://schemas.openxmlformats.org/officeDocument/2006/relationships/notesSlide" Target="/ppt/notesSlides/notesSlide2.xml" Id="Rcb78a19f4d8b47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ba04a7e91f4cc4" /><Relationship Type="http://schemas.openxmlformats.org/officeDocument/2006/relationships/notesSlide" Target="/ppt/notesSlides/notesSlide3.xml" Id="R3dede1a3b08949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a85b09b8874f11" /><Relationship Type="http://schemas.openxmlformats.org/officeDocument/2006/relationships/notesSlide" Target="/ppt/notesSlides/notesSlide4.xml" Id="R9f3167e0540d4e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8a395dac5f4554" /><Relationship Type="http://schemas.openxmlformats.org/officeDocument/2006/relationships/chart" Target="/ppt/slides/charts/chart1.xml" Id="Rf258b1f2a57943fc" /><Relationship Type="http://schemas.openxmlformats.org/officeDocument/2006/relationships/notesSlide" Target="/ppt/notesSlides/notesSlide5.xml" Id="R14e71a56094849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315ab678914dfe" /><Relationship Type="http://schemas.openxmlformats.org/officeDocument/2006/relationships/notesSlide" Target="/ppt/notesSlides/notesSlide6.xml" Id="R607c618545db4b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3e0ade93da41ee" /><Relationship Type="http://schemas.openxmlformats.org/officeDocument/2006/relationships/notesSlide" Target="/ppt/notesSlides/notesSlide7.xml" Id="Rd506f08ebc364c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1318b5d908343ab" /><Relationship Type="http://schemas.openxmlformats.org/officeDocument/2006/relationships/notesSlide" Target="/ppt/notesSlides/notesSlide8.xml" Id="R3ab396d6b2254a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4b7eb641884132" /><Relationship Type="http://schemas.openxmlformats.org/officeDocument/2006/relationships/notesSlide" Target="/ppt/notesSlides/notesSlide9.xml" Id="R3a6c9b94fc074f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43d61f002a4dcb" /><Relationship Type="http://schemas.openxmlformats.org/officeDocument/2006/relationships/notesSlide" Target="/ppt/notesSlides/notesSlide10.xml" Id="R6ef1a1d04d064a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3b09663f8448e6" /><Relationship Type="http://schemas.openxmlformats.org/officeDocument/2006/relationships/notesSlide" Target="/ppt/notesSlides/notesSlide11.xml" Id="Re6df4187fcf748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9100a2d1cb4ac4" /><Relationship Type="http://schemas.openxmlformats.org/officeDocument/2006/relationships/notesSlide" Target="/ppt/notesSlides/notesSlide12.xml" Id="Rb12b6ad88b9e4c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8385f438ca4717" /><Relationship Type="http://schemas.openxmlformats.org/officeDocument/2006/relationships/notesSlide" Target="/ppt/notesSlides/notesSlide13.xml" Id="R1c02711e45cf4a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General</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82E838-280A-49F2-A145-BF91320C0B82}"/>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f71eb97819644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60FE0B-7AA9-401F-B117-4E0DA3762AA3}"/>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50B8DF70-57EC-461C-B8D1-9F907C9E1423}"/>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D6326DE3-1EA9-4395-91CB-839F1BA927AA}"/>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141673993"/>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67C49E-271A-473D-B07D-112DB74494E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0E220652-93C1-4BF4-B280-2FC8ACF2E730}"/>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979C114-C05C-4016-B910-055AB2CFCFAD}"/>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55B59413-2EEA-4C47-955E-8D0A290DD456}"/>
              </a:ext>
            </a:extLst>
          </p:cNvPr>
          <p:cNvSpPr>
            <a:spLocks xmlns:a="http://schemas.openxmlformats.org/drawingml/2006/main" noGrp="1"/>
          </p:cNvSpPr>
          <p:nvPr/>
        </p:nvSpPr>
        <p:spPr>
          <a:xfrm xmlns:a="http://schemas.openxmlformats.org/drawingml/2006/main">
            <a:off x="647700" y="3657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job-seeker scenario</a:t>
            </a:r>
          </a:p>
        </p:txBody>
      </p:sp>
      <p:sp>
        <p:nvSpPr>
          <p:cNvPr id="5" name="">
            <a:extLst xmlns:a="http://schemas.openxmlformats.org/drawingml/2006/main">
              <a:ext uri="{FF2B5EF4-FFF2-40B4-BE49-F238E27FC236}">
                <a16:creationId xmlns:a16="http://schemas.microsoft.com/office/drawing/2014/main" id="{1BB179C0-0359-4F80-8084-9BAC1E960E1E}"/>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6" name="">
            <a:extLst xmlns:a="http://schemas.openxmlformats.org/drawingml/2006/main">
              <a:ext uri="{FF2B5EF4-FFF2-40B4-BE49-F238E27FC236}">
                <a16:creationId xmlns:a16="http://schemas.microsoft.com/office/drawing/2014/main" id="{E0AB8E00-EECB-43A7-97E9-83C40559719C}"/>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7" name="">
            <a:extLst xmlns:a="http://schemas.openxmlformats.org/drawingml/2006/main">
              <a:ext uri="{FF2B5EF4-FFF2-40B4-BE49-F238E27FC236}">
                <a16:creationId xmlns:a16="http://schemas.microsoft.com/office/drawing/2014/main" id="{1A049EA8-B57A-4AB2-BD46-361A685870F0}"/>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8" name="">
            <a:extLst xmlns:a="http://schemas.openxmlformats.org/drawingml/2006/main">
              <a:ext uri="{FF2B5EF4-FFF2-40B4-BE49-F238E27FC236}">
                <a16:creationId xmlns:a16="http://schemas.microsoft.com/office/drawing/2014/main" id="{CCBBC916-6A62-4260-94C9-2FC341803110}"/>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9" name="">
            <a:extLst xmlns:a="http://schemas.openxmlformats.org/drawingml/2006/main">
              <a:ext uri="{FF2B5EF4-FFF2-40B4-BE49-F238E27FC236}">
                <a16:creationId xmlns:a16="http://schemas.microsoft.com/office/drawing/2014/main" id="{2634F920-9928-42DC-8391-98A6FDF84630}"/>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10" name="">
            <a:extLst xmlns:a="http://schemas.openxmlformats.org/drawingml/2006/main">
              <a:ext uri="{FF2B5EF4-FFF2-40B4-BE49-F238E27FC236}">
                <a16:creationId xmlns:a16="http://schemas.microsoft.com/office/drawing/2014/main" id="{1508B51F-D88A-4A58-8B83-061DD10B7FB0}"/>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1726243360"/>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B1CD71-C6CD-4596-90FB-8F874038FD2F}"/>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41A72B32-16A1-4875-9C8C-2F03FD264C6B}"/>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51CB2FE9-753F-48BB-9611-58E9249232A8}"/>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8FFBE071-3E0A-4648-BF1C-E1A947AC7D6D}"/>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1672847385"/>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A58845-8968-4B78-B51F-767C7769B773}"/>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4BB8C9A1-B0EF-43D6-8CBE-5AD25AB414D1}"/>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974BA11-7E27-41E8-B752-B05BB09938BB}"/>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E8463B7-F579-44DA-B12A-C554806D59BF}"/>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B6B46B79-258D-4A93-A6CA-898B10E1947F}"/>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E9F5E725-0672-48FA-8993-1154CA902DC7}"/>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6B139FD-E905-4922-972A-9E87F96DCD34}"/>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D5626ECF-F845-4C19-808F-872B873ABE75}"/>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B05CBD1C-6161-4E5F-A7B5-8B9E6C9916C8}"/>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66EDB1D-F341-49B5-A6E4-B57DA332AB33}"/>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6798FCD9-D681-47AE-A2B4-F93E2624731B}"/>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0D5DAD81-D770-49F0-B319-D58A8811BA21}"/>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199F1B1C-F421-42A3-9AF1-43E85F9D90FA}"/>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BB2FCB5F-7309-409B-BE19-57985CAFD1E3}"/>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78AEB049-821A-48E5-85B3-55F265E668BB}"/>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41B330E0-003D-4055-821C-F4FB673F53CA}"/>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65602829"/>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17DDFF-67FD-44E3-8BCA-2E19BB3E0BA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real corpus, already in Hotdata</a:t>
            </a:r>
          </a:p>
        </p:txBody>
      </p:sp>
      <p:sp>
        <p:nvSpPr>
          <p:cNvPr id="2" name="">
            <a:extLst xmlns:a="http://schemas.openxmlformats.org/drawingml/2006/main">
              <a:ext uri="{FF2B5EF4-FFF2-40B4-BE49-F238E27FC236}">
                <a16:creationId xmlns:a16="http://schemas.microsoft.com/office/drawing/2014/main" id="{B974C1C7-0148-4E44-9F1F-B771ADBFA022}"/>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2B3ADB8-EA36-4208-AA42-75A0A227FC73}"/>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4DC33C6F-2819-4924-90DF-EAEE6125D021}"/>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61DFB0AD-70C1-4CDB-A9F8-34589CC61619}"/>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3 public ATS families</a:t>
            </a:r>
          </a:p>
        </p:txBody>
      </p:sp>
      <p:sp>
        <p:nvSpPr>
          <p:cNvPr id="6" name="">
            <a:extLst xmlns:a="http://schemas.openxmlformats.org/drawingml/2006/main">
              <a:ext uri="{FF2B5EF4-FFF2-40B4-BE49-F238E27FC236}">
                <a16:creationId xmlns:a16="http://schemas.microsoft.com/office/drawing/2014/main" id="{04759DC4-66EF-48CD-9BE1-71FE27376B4D}"/>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Snapshot: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f258b1f2a57943fc"/>
          </a:graphicData>
        </a:graphic>
      </p:graphicFrame>
    </p:spTree>
    <p:extLst>
      <p:ext uri="{BB962C8B-B14F-4D97-AF65-F5344CB8AC3E}">
        <p14:creationId xmlns:p14="http://schemas.microsoft.com/office/powerpoint/2010/main" val="1872776479"/>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9E399F-F556-4339-8C68-DBE4D6F6C13E}"/>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C5576B0B-3A26-4001-BABF-5F1E47AC1472}"/>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86E66F14-FC05-4341-AF10-6A9D6620CE5B}"/>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1083547993"/>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FFDAA2-7BB2-4419-945A-F7F46756B16C}"/>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5B55AAE9-F1E0-4ADA-9322-3C6C268BEDBE}"/>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3D59555-941E-405C-BB4C-C9CFCD7B25CC}"/>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3471F5C5-6EBF-42B9-9493-884AE42AFD2B}"/>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54DF8251-69AF-4C25-BF97-DADB53BAE5B3}"/>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3B0454BE-9670-467F-AD3F-E72B26A48882}"/>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92112784-37BA-475A-BCCB-D1D2FE236463}"/>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E47A0411-2A61-42C1-B838-6D7A1A07220F}"/>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527F1576-EA46-4F7C-8E6E-3FC38BA1F1D6}"/>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289AB16C-8B6B-44AF-B751-47961363FA6D}"/>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937F8A62-9033-4829-BBC5-07C9E0FA20CB}"/>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Cited claims in every pack. Autonomy requires user approval.</a:t>
            </a:r>
          </a:p>
        </p:txBody>
      </p:sp>
    </p:spTree>
    <p:extLst>
      <p:ext uri="{BB962C8B-B14F-4D97-AF65-F5344CB8AC3E}">
        <p14:creationId xmlns:p14="http://schemas.microsoft.com/office/powerpoint/2010/main" val="1727871890"/>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C8C5F9-E167-47B4-999D-BDA2160C07B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1952564D-330B-49B2-86FF-EBAFE7537A5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66B5F21-3ACA-4969-9EB4-4FFA1F290258}"/>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1B526CF0-5CCE-4E24-A16D-A1F837BD0274}"/>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8208392D-AFBB-4248-9118-34AABFF86F17}"/>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158B3347-515F-47AD-8D07-123060D400C9}"/>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431DEECD-ECB1-458B-8A46-A5AED91EAAD2}"/>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Cost, effort and judgment together</a:t>
            </a:r>
          </a:p>
        </p:txBody>
      </p:sp>
    </p:spTree>
    <p:extLst>
      <p:ext uri="{BB962C8B-B14F-4D97-AF65-F5344CB8AC3E}">
        <p14:creationId xmlns:p14="http://schemas.microsoft.com/office/powerpoint/2010/main" val="58714186"/>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488676-2CDE-4DD9-9156-B88B8E73B41B}"/>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F0E730D5-048F-4E74-94E6-5779D8331DE5}"/>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115D0FE1-22F5-4952-867F-503AC0EA8F8A}"/>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374643687"/>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810226-0937-43FC-9FDB-FECF5201C0A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An initial market in tech job search</a:t>
            </a:r>
          </a:p>
        </p:txBody>
      </p:sp>
      <p:sp>
        <p:nvSpPr>
          <p:cNvPr id="2" name="">
            <a:extLst xmlns:a="http://schemas.openxmlformats.org/drawingml/2006/main">
              <a:ext uri="{FF2B5EF4-FFF2-40B4-BE49-F238E27FC236}">
                <a16:creationId xmlns:a16="http://schemas.microsoft.com/office/drawing/2014/main" id="{8CE95562-5389-4469-9FE6-3013A38DCD6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5B385C3-B136-4790-8C93-5C290B54431B}"/>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3369D1E-57FA-4592-846E-D1FEB0E00F1A}"/>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to recruit for the pilot</a:t>
            </a:r>
          </a:p>
        </p:txBody>
      </p:sp>
      <p:sp>
        <p:nvSpPr>
          <p:cNvPr id="5" name="">
            <a:extLst xmlns:a="http://schemas.openxmlformats.org/drawingml/2006/main">
              <a:ext uri="{FF2B5EF4-FFF2-40B4-BE49-F238E27FC236}">
                <a16:creationId xmlns:a16="http://schemas.microsoft.com/office/drawing/2014/main" id="{96C4A9D9-8D72-4DD4-807E-715AE9F0245B}"/>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942669EC-A1EA-49A5-8ECB-2CF9EF0173C2}"/>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EA10E124-0AA3-48F0-9D83-71596A9F400D}"/>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701857401"/>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FF7C31-4C3C-4C89-A17E-79954FEBC80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ACDD16E4-600B-4351-BF20-837BE3F09DF6}"/>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D6E47AD6-8343-4419-A62B-3D4D72F87AA0}"/>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882253077"/>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7616CEE-3D96-452F-B7C1-BB7A0A06CED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72F940FC-09E3-43ED-B30D-9CB8A65FCB0E}"/>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A real snapshot with an assigned demo release schedule</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1187348150"/>
      </p:ext>
    </p:extLst>
  </p:cSld>
</p:sld>
</file>

<file path=ppt/slides/slide1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D79AD0-9612-45C6-9E2B-D720F0E2C754}"/>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1D184F2C-C6A4-4A0C-A2B3-DDDD8C5D345C}"/>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13</a:t>
            </a:r>
          </a:p>
        </p:txBody>
      </p:sp>
      <p:sp>
        <p:nvSpPr>
          <p:cNvPr id="3" name="">
            <a:extLst xmlns:a="http://schemas.openxmlformats.org/drawingml/2006/main">
              <a:ext uri="{FF2B5EF4-FFF2-40B4-BE49-F238E27FC236}">
                <a16:creationId xmlns:a16="http://schemas.microsoft.com/office/drawing/2014/main" id="{58C61615-374D-4AD9-96DD-87DCBCBE3F0C}"/>
              </a:ext>
            </a:extLst>
          </p:cNvPr>
          <p:cNvSpPr>
            <a:spLocks xmlns:a="http://schemas.openxmlformats.org/drawingml/2006/main" noGrp="1"/>
          </p:cNvSpPr>
          <p:nvPr/>
        </p:nvSpPr>
        <p:spPr>
          <a:xfrm xmlns:a="http://schemas.openxmlformats.org/drawingml/2006/main">
            <a:off x="609600" y="165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Event and solution</a:t>
            </a:r>
          </a:p>
        </p:txBody>
      </p:sp>
      <p:sp>
        <p:nvSpPr>
          <p:cNvPr id="4" name="">
            <a:extLst xmlns:a="http://schemas.openxmlformats.org/drawingml/2006/main">
              <a:ext uri="{FF2B5EF4-FFF2-40B4-BE49-F238E27FC236}">
                <a16:creationId xmlns:a16="http://schemas.microsoft.com/office/drawing/2014/main" id="{7755A4AE-6499-4109-B256-DDDD92B21EDD}"/>
              </a:ext>
            </a:extLst>
          </p:cNvPr>
          <p:cNvSpPr>
            <a:spLocks xmlns:a="http://schemas.openxmlformats.org/drawingml/2006/main" noGrp="1"/>
          </p:cNvSpPr>
          <p:nvPr/>
        </p:nvSpPr>
        <p:spPr>
          <a:xfrm xmlns:a="http://schemas.openxmlformats.org/drawingml/2006/main">
            <a:off x="609600" y="2190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SPEC.pdf, pages 1–5</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DESIGN.md, sections 2 and 4–9</a:t>
            </a:r>
          </a:p>
        </p:txBody>
      </p:sp>
      <p:sp>
        <p:nvSpPr>
          <p:cNvPr id="5" name="">
            <a:extLst xmlns:a="http://schemas.openxmlformats.org/drawingml/2006/main">
              <a:ext uri="{FF2B5EF4-FFF2-40B4-BE49-F238E27FC236}">
                <a16:creationId xmlns:a16="http://schemas.microsoft.com/office/drawing/2014/main" id="{A1B9D01D-5F55-4C0A-B08A-419B9C23315C}"/>
              </a:ext>
            </a:extLst>
          </p:cNvPr>
          <p:cNvSpPr>
            <a:spLocks xmlns:a="http://schemas.openxmlformats.org/drawingml/2006/main" noGrp="1"/>
          </p:cNvSpPr>
          <p:nvPr/>
        </p:nvSpPr>
        <p:spPr>
          <a:xfrm xmlns:a="http://schemas.openxmlformats.org/drawingml/2006/main">
            <a:off x="609600" y="3238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Market products</a:t>
            </a:r>
          </a:p>
        </p:txBody>
      </p:sp>
      <p:sp>
        <p:nvSpPr>
          <p:cNvPr id="6" name="">
            <a:extLst xmlns:a="http://schemas.openxmlformats.org/drawingml/2006/main">
              <a:ext uri="{FF2B5EF4-FFF2-40B4-BE49-F238E27FC236}">
                <a16:creationId xmlns:a16="http://schemas.microsoft.com/office/drawing/2014/main" id="{6D014A54-061F-4193-8E2E-3AE34796F8D1}"/>
              </a:ext>
            </a:extLst>
          </p:cNvPr>
          <p:cNvSpPr>
            <a:spLocks xmlns:a="http://schemas.openxmlformats.org/drawingml/2006/main" noGrp="1"/>
          </p:cNvSpPr>
          <p:nvPr/>
        </p:nvSpPr>
        <p:spPr>
          <a:xfrm xmlns:a="http://schemas.openxmlformats.org/drawingml/2006/main">
            <a:off x="609600" y="3771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Simplify Copilot and AI Talent Agent</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Teal product overview</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Jobright AI Job Matcher</a:t>
            </a:r>
          </a:p>
        </p:txBody>
      </p:sp>
      <p:sp>
        <p:nvSpPr>
          <p:cNvPr id="7" name="">
            <a:extLst xmlns:a="http://schemas.openxmlformats.org/drawingml/2006/main">
              <a:ext uri="{FF2B5EF4-FFF2-40B4-BE49-F238E27FC236}">
                <a16:creationId xmlns:a16="http://schemas.microsoft.com/office/drawing/2014/main" id="{DED38E1D-2DAC-45C3-A391-CBC0F1AF8600}"/>
              </a:ext>
            </a:extLst>
          </p:cNvPr>
          <p:cNvSpPr>
            <a:spLocks xmlns:a="http://schemas.openxmlformats.org/drawingml/2006/main" noGrp="1"/>
          </p:cNvSpPr>
          <p:nvPr/>
        </p:nvSpPr>
        <p:spPr>
          <a:xfrm xmlns:a="http://schemas.openxmlformats.org/drawingml/2006/main">
            <a:off x="60960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Local evidence</a:t>
            </a:r>
          </a:p>
        </p:txBody>
      </p:sp>
      <p:sp>
        <p:nvSpPr>
          <p:cNvPr id="8" name="">
            <a:extLst xmlns:a="http://schemas.openxmlformats.org/drawingml/2006/main">
              <a:ext uri="{FF2B5EF4-FFF2-40B4-BE49-F238E27FC236}">
                <a16:creationId xmlns:a16="http://schemas.microsoft.com/office/drawing/2014/main" id="{1732D289-D04E-41D9-A0B0-F25B3EF11549}"/>
              </a:ext>
            </a:extLst>
          </p:cNvPr>
          <p:cNvSpPr>
            <a:spLocks xmlns:a="http://schemas.openxmlformats.org/drawingml/2006/main" noGrp="1"/>
          </p:cNvSpPr>
          <p:nvPr/>
        </p:nvSpPr>
        <p:spPr>
          <a:xfrm xmlns:a="http://schemas.openxmlformats.org/drawingml/2006/main">
            <a:off x="609600" y="5753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Hotdata readback receipts, normalized corpus and 85 offline tests</a:t>
            </a:r>
          </a:p>
        </p:txBody>
      </p:sp>
    </p:spTree>
    <p:extLst>
      <p:ext uri="{BB962C8B-B14F-4D97-AF65-F5344CB8AC3E}">
        <p14:creationId xmlns:p14="http://schemas.microsoft.com/office/powerpoint/2010/main" val="1763632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2026-09-11T21:11:21.7740000Z</dcterms:created>
  <dcterms:modified xsi:type="dcterms:W3CDTF">2026-09-11T21:11:21.7740000Z</dcterms:modified>
</coreProperties>
</file>